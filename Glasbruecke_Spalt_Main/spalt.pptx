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0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58"/>
    <p:restoredTop sz="96405"/>
  </p:normalViewPr>
  <p:slideViewPr>
    <p:cSldViewPr snapToGrid="0" showGuides="1">
      <p:cViewPr>
        <p:scale>
          <a:sx n="400" d="100"/>
          <a:sy n="400" d="100"/>
        </p:scale>
        <p:origin x="-9200" y="-634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039278-DA38-90EE-997E-7D5E3416E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EA3086C-AE57-3D7C-6325-B3562D549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EE1FF-88A8-BB28-ED16-D5D95037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18F97-5CC7-D041-99A5-906C0307B081}" type="datetimeFigureOut">
              <a:rPr lang="en-GB" smtClean="0"/>
              <a:t>28/10/2024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156030E-19CB-48E3-D399-05BEE3CB1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B2445CA-281D-8B89-832D-6494C3C1F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5E3-55A2-9741-9DF6-2140913C26D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9828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6A389F-6DDF-7C3F-D57D-ADB31545C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109027-D9D7-63B9-D22C-B7955A7BD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BD3957-B2B6-338B-B8D0-BCB51BFEF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18F97-5CC7-D041-99A5-906C0307B081}" type="datetimeFigureOut">
              <a:rPr lang="en-GB" smtClean="0"/>
              <a:t>28/10/2024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D8F194-3AE6-83E5-5B33-C95BA28BB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9622F36-1F9E-FB45-CC33-48B140C3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5E3-55A2-9741-9DF6-2140913C26D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21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3AAF03-E157-95F6-CCDD-AF19F1143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4DB03F4-1324-F22C-7CCD-E0C0982FF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4B7316-FC05-63A3-06C0-700D1FCD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18F97-5CC7-D041-99A5-906C0307B081}" type="datetimeFigureOut">
              <a:rPr lang="en-GB" smtClean="0"/>
              <a:t>28/10/2024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C7EE59-08C5-ECE7-1CA5-FA7D30E70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08F02E-69B7-AC2E-61FE-38F729B4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5E3-55A2-9741-9DF6-2140913C26D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702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7A8A80-B917-A7B9-6FCC-9758BC912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2057ECD-82E9-C2E0-6324-378B2285B5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2F9538E-35B5-2B97-1D00-8452E46AD2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9609598-0E90-D59A-311C-5B58C8651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18F97-5CC7-D041-99A5-906C0307B081}" type="datetimeFigureOut">
              <a:rPr lang="en-GB" smtClean="0"/>
              <a:t>28/10/2024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F4BA916-E415-8AAB-3032-4ACD5E30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F10DE88-F1A7-4716-8C38-189188534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5E3-55A2-9741-9DF6-2140913C26D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0994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1BDCCC-6F2E-6800-7275-9640BB8ED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A6179B-3942-C1A7-AFAA-41B776B25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E6D23FF-206B-DB17-C390-9D4788A12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8B1D9B0-1D9D-2A97-19C7-A4E5E57074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76A195E-3AFE-8C0B-2CFA-CEE75B00FD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634A960-5DEF-A07B-21B9-ED93C84EC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18F97-5CC7-D041-99A5-906C0307B081}" type="datetimeFigureOut">
              <a:rPr lang="en-GB" smtClean="0"/>
              <a:t>28/10/2024</a:t>
            </a:fld>
            <a:endParaRPr lang="en-GB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E673340-6A49-9976-90D1-330F7D31B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5A12989-4515-8E7F-26FF-3E6418227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5E3-55A2-9741-9DF6-2140913C26D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418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D34CA9-6F9F-0339-BEC9-F7883899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6E2F5F5-030D-14FB-25E1-607D787BD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18F97-5CC7-D041-99A5-906C0307B081}" type="datetimeFigureOut">
              <a:rPr lang="en-GB" smtClean="0"/>
              <a:t>28/10/2024</a:t>
            </a:fld>
            <a:endParaRPr lang="en-GB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780A261-84B4-D13F-1886-1C5F066BE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5BC6EAD-5236-748F-4BD9-E62D4597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5E3-55A2-9741-9DF6-2140913C26D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9452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D17543F-DCB7-2523-9DD7-AB8956B00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18F97-5CC7-D041-99A5-906C0307B081}" type="datetimeFigureOut">
              <a:rPr lang="en-GB" smtClean="0"/>
              <a:t>28/10/2024</a:t>
            </a:fld>
            <a:endParaRPr lang="en-GB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001CC5F-A26C-A4FC-2625-679BE4936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64E4868-EDCF-9B8A-FED6-D15C2187A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5E3-55A2-9741-9DF6-2140913C26D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172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6AE65A-8D9A-6A56-3198-0596FF3F0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99F560-E1F2-191E-21EE-A3263D405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C3180C9-145D-53A9-F972-EA38AB130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80C8284-2BC1-A2DF-DD06-3918E2496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18F97-5CC7-D041-99A5-906C0307B081}" type="datetimeFigureOut">
              <a:rPr lang="en-GB" smtClean="0"/>
              <a:t>28/10/2024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8D47575-DB58-C15E-15AE-CFD4C39B5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335056-2F76-6A9B-797D-7BBE22C4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5E3-55A2-9741-9DF6-2140913C26D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1189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2F2919-AB9A-A8D6-10D7-77D657319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A408D51-E322-24C2-A81E-B2761269B8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DD000B1-74DD-5ED6-8FBB-20EB5419C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E65CDB3-72E8-D567-97EA-96AB8FE53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18F97-5CC7-D041-99A5-906C0307B081}" type="datetimeFigureOut">
              <a:rPr lang="en-GB" smtClean="0"/>
              <a:t>28/10/2024</a:t>
            </a:fld>
            <a:endParaRPr lang="en-GB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50D3E2C-F9D0-D9F3-9C63-8E6EE61CE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5543E6-760B-0B10-B9F0-E15D66488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5E3-55A2-9741-9DF6-2140913C26D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5205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F8C3DF-61DD-9DD9-FE3B-D14F73B0A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E2AF068-A919-3AB7-D73C-BEE57D731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460D53-392E-4C4E-19BC-447B023BE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18F97-5CC7-D041-99A5-906C0307B081}" type="datetimeFigureOut">
              <a:rPr lang="en-GB" smtClean="0"/>
              <a:t>28/10/2024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1E64A5-59F7-8A7B-0E01-0686E8EB8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9B8A512-DCCD-0367-EB48-FE316D768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5E3-55A2-9741-9DF6-2140913C26D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967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A06C1DF-0E10-9632-8BEC-FAE22022B8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462E2A8-5A26-78DF-1158-61F625707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2E8FFD-CAEE-81A8-4E49-1A16AEA5E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18F97-5CC7-D041-99A5-906C0307B081}" type="datetimeFigureOut">
              <a:rPr lang="en-GB" smtClean="0"/>
              <a:t>28/10/2024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853AAB-B006-57D2-7631-8042C27F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47F35C-61EF-15D3-2256-FF8AC5DFD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265E3-55A2-9741-9DF6-2140913C26D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088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9F30782-35DF-6405-98E6-682E53676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9D3652B-3C18-8F80-3377-5B1A8EB1E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5563906-EB12-D379-59A0-489D965F49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18F97-5CC7-D041-99A5-906C0307B081}" type="datetimeFigureOut">
              <a:rPr lang="en-GB" smtClean="0"/>
              <a:t>28/10/2024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EDE830-EF77-8D32-F415-755BCA43BC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958577-4F73-80A5-F079-6FDFA6EC7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265E3-55A2-9741-9DF6-2140913C26DC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453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8D12704-DD6C-575C-D96E-68074CAAE3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-1" b="10497"/>
          <a:stretch/>
        </p:blipFill>
        <p:spPr>
          <a:xfrm rot="21420000">
            <a:off x="2901960" y="-464701"/>
            <a:ext cx="4165509" cy="689416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46BC0BF-6F97-2DD5-7FFD-927CFC749C8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39633" r="26504"/>
          <a:stretch/>
        </p:blipFill>
        <p:spPr>
          <a:xfrm rot="5340000">
            <a:off x="3857027" y="1920119"/>
            <a:ext cx="2444568" cy="406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135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8D12704-DD6C-575C-D96E-68074CAAE3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-1" b="10497"/>
          <a:stretch/>
        </p:blipFill>
        <p:spPr>
          <a:xfrm rot="21420000">
            <a:off x="2901960" y="-464701"/>
            <a:ext cx="4165509" cy="689416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46BC0BF-6F97-2DD5-7FFD-927CFC749C8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39633" r="26504" b="36481"/>
          <a:stretch/>
        </p:blipFill>
        <p:spPr>
          <a:xfrm rot="5340000">
            <a:off x="4597635" y="2663788"/>
            <a:ext cx="2444568" cy="2579415"/>
          </a:xfrm>
          <a:prstGeom prst="rect">
            <a:avLst/>
          </a:prstGeom>
        </p:spPr>
      </p:pic>
      <p:cxnSp>
        <p:nvCxnSpPr>
          <p:cNvPr id="8" name="Gerade Verbindung 7">
            <a:extLst>
              <a:ext uri="{FF2B5EF4-FFF2-40B4-BE49-F238E27FC236}">
                <a16:creationId xmlns:a16="http://schemas.microsoft.com/office/drawing/2014/main" id="{80A4E63D-4C59-212D-FB53-B2DCF97A0DBA}"/>
              </a:ext>
            </a:extLst>
          </p:cNvPr>
          <p:cNvCxnSpPr>
            <a:cxnSpLocks/>
          </p:cNvCxnSpPr>
          <p:nvPr/>
        </p:nvCxnSpPr>
        <p:spPr>
          <a:xfrm flipH="1">
            <a:off x="4371975" y="2895311"/>
            <a:ext cx="272060" cy="533689"/>
          </a:xfrm>
          <a:prstGeom prst="line">
            <a:avLst/>
          </a:prstGeom>
          <a:ln w="22225">
            <a:solidFill>
              <a:srgbClr val="200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 Verbindung 8">
            <a:extLst>
              <a:ext uri="{FF2B5EF4-FFF2-40B4-BE49-F238E27FC236}">
                <a16:creationId xmlns:a16="http://schemas.microsoft.com/office/drawing/2014/main" id="{CBDFC5C8-4B0D-CEA3-CD7D-BC91A5338AED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4400674" y="2908011"/>
            <a:ext cx="272060" cy="533689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10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8D12704-DD6C-575C-D96E-68074CAAE3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-1" b="10497"/>
          <a:stretch/>
        </p:blipFill>
        <p:spPr>
          <a:xfrm rot="21420000">
            <a:off x="2901960" y="-464701"/>
            <a:ext cx="4165509" cy="689416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46BC0BF-6F97-2DD5-7FFD-927CFC749C8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l="39633" r="26504"/>
          <a:stretch/>
        </p:blipFill>
        <p:spPr>
          <a:xfrm rot="5340000">
            <a:off x="3857027" y="1920119"/>
            <a:ext cx="2444568" cy="406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797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Breitbild</PresentationFormat>
  <Paragraphs>0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Björn Lindqvist</dc:creator>
  <cp:lastModifiedBy>Björn Lindqvist</cp:lastModifiedBy>
  <cp:revision>1</cp:revision>
  <dcterms:created xsi:type="dcterms:W3CDTF">2024-10-28T13:36:51Z</dcterms:created>
  <dcterms:modified xsi:type="dcterms:W3CDTF">2024-10-28T14:15:51Z</dcterms:modified>
</cp:coreProperties>
</file>